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DATA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поставит одну звезду?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риска низкой оценки для маркетплейса Olist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Adilkhan Iskindirov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github.com/[user]/olist-review-risk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Бизнес-вопрос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— бразильский маркетплейс, тысячи продавцов на одной платформе. После доставки клиент ставит оценку 1–5. Низкая оценка — не просто недовольство одного человека: репутационный риск продавца, потерянный повторный клиент и сигнал о проблеме, который бизнес узнаёт постфактум.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95 823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доставленных заказов в выборке (2016–2018)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исследования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1945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Можно ли предсказать, что клиент поставит 1–2 звезды, ещё ДО того, как он оставит отзыв — используя только данные, известные в момент доставки: тип товара, сумма, способ оплаты, продавец, сроки?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675120" y="4800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заказов получают низкую оценку (1–2 звезды)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долгая доставка — а нарушенное обещание</a:t>
            </a:r>
            <a:endParaRPr lang="en-US" sz="3000" dirty="0"/>
          </a:p>
        </p:txBody>
      </p:sp>
      <p:pic>
        <p:nvPicPr>
          <p:cNvPr id="3" name="Image 0" descr="delay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28016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EAF3F7"/>
          </a:solidFill>
          <a:ln/>
        </p:spPr>
      </p:sp>
      <p:sp>
        <p:nvSpPr>
          <p:cNvPr id="5" name="Text 2"/>
          <p:cNvSpPr/>
          <p:nvPr/>
        </p:nvSpPr>
        <p:spPr>
          <a:xfrm>
            <a:off x="795528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×8.8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955280" y="2331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«раньше на 10+ дн» и «опоздал на 10+ дн»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55280" y="324612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за 30+ дней, но в срок — переносится спокойнее, чем опоздание на 3 дня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Клиента раздражает не долгая доставка, а нарушенное обещание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Опоздавших — всего 6.7% заказов: сильный сигнал покрывает малую часть выборки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Модели: сравнение и выбор метрики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858000" cy="210312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1463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5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Случайная модель (базовый уровень)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 (подобранный)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749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PR-AUC, а не Accuracy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несбалансированы 87/13. Модель, которая всегда отвечает «клиент будет доволен», получит Accuracy 87% и не найдёт ни одного недовольного. PR-AUC измеряет качество именно по редкому классу: базовый уровень для случайной модели равен его доле, то есть 0.128.</a:t>
            </a:r>
            <a:endParaRPr lang="en-US" sz="1250" dirty="0"/>
          </a:p>
        </p:txBody>
      </p:sp>
      <p:pic>
        <p:nvPicPr>
          <p:cNvPr id="6" name="Image 0" descr="pr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371600"/>
            <a:ext cx="4114800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35240" y="48006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8" name="Text 4"/>
          <p:cNvSpPr/>
          <p:nvPr/>
        </p:nvSpPr>
        <p:spPr>
          <a:xfrm>
            <a:off x="786384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3.7 раза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86384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случайного отбора по PR-AUC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на самом деле решает модель</a:t>
            </a:r>
            <a:endParaRPr lang="en-US" sz="3000" dirty="0"/>
          </a:p>
        </p:txBody>
      </p:sp>
      <p:pic>
        <p:nvPicPr>
          <p:cNvPr id="3" name="Image 0" descr="perm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28016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EAF3F7"/>
          </a:solidFill>
          <a:ln/>
        </p:spPr>
      </p:sp>
      <p:sp>
        <p:nvSpPr>
          <p:cNvPr id="5" name="Text 2"/>
          <p:cNvSpPr/>
          <p:nvPr/>
        </p:nvSpPr>
        <p:spPr>
          <a:xfrm>
            <a:off x="79552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Сюрприз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55280" y="19659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n_items — число позиций в заказе — на втором месте с втрое бо́льшим вкладом, чем длительность доставки. В корреляции этот эффект был незаметен: связь нелинейная. Заказ из нескольких позиций едет частями — один задержавшийся товар портит впечатление обо всём заказе.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55280" y="4297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late_days доминирует безоговорочно — его одного почти достаточно, чтобы объяснить решения модели.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использовать: приоритизация, а не вердикт</a:t>
            </a:r>
            <a:endParaRPr lang="en-US" sz="3000" dirty="0"/>
          </a:p>
        </p:txBody>
      </p:sp>
      <p:pic>
        <p:nvPicPr>
          <p:cNvPr id="3" name="Image 0" descr="lift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128016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/>
          <p:nvPr/>
        </p:nvSpPr>
        <p:spPr>
          <a:xfrm>
            <a:off x="79552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Топ-5% заказов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5528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95528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недовольных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перехвачено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60120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60120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оправданы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5528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5.8 раза лучше случайного выбора заказов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3977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Обрабатывая 5–10% заказов по риску, служба поддержки перехватывает 29–41% будущих негативных отзывов — не автоматический вердикт, а приоритизация ограниченного ресурса поддержки.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 и что дальше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 качества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негатива вне логистики (товар, ожидания) в данных отсутствуют физически — recall выше текущего принципиально недостижим без новых данных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во времени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снижается на более позднем периоде — модель требует периодического переобучения, а не разового деплоя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клиента, рейтинг продавца, обращения в поддержку — вот что закроет оставшуюся часть негатива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и исправлено в ходе работы: обещанная дата доставки хранится как календарная дата, а факт доставки — с точным временем; дробная разница завышала долю «опозданий» на четверть. Пересчитано по календарным дням до этапа моделирования.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Готов(а) ответить на вопросы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Adilkhan Iskindirov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github.com/[user]/olist-review-risk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 удовлетворённости клиента — Olist</dc:title>
  <dc:subject>PptxGenJS Presentation</dc:subject>
  <dc:creator>Adilkhan Iskindirov</dc:creator>
  <cp:lastModifiedBy>Adilkhan Iskindirov</cp:lastModifiedBy>
  <cp:revision>1</cp:revision>
  <dcterms:created xsi:type="dcterms:W3CDTF">2026-09-24T14:35:08Z</dcterms:created>
  <dcterms:modified xsi:type="dcterms:W3CDTF">2026-09-24T14:35:08Z</dcterms:modified>
</cp:coreProperties>
</file>